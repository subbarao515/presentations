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AA133D-F842-43CF-9A93-AADC681A1E7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972233-CB72-46C2-82DE-4A856EC38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984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5421eadbe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5421eadbe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59380" y="680085"/>
            <a:ext cx="6583680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rPr dirty="0"/>
              <a:t>BUILD YOUR</a:t>
            </a:r>
            <a:br>
              <a:rPr dirty="0"/>
            </a:br>
            <a:r>
              <a:rPr dirty="0"/>
              <a:t>PROFESSIONAL</a:t>
            </a:r>
            <a:br>
              <a:rPr dirty="0"/>
            </a:br>
            <a:r>
              <a:rPr dirty="0"/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9380" y="3286125"/>
            <a:ext cx="65836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D9A441"/>
                </a:solidFill>
              </a:defRPr>
            </a:pPr>
            <a:r>
              <a:t>Resume • LinkedIn • GitHub • Personal Brand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09396" y="4496142"/>
            <a:ext cx="2083647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CDDCF0"/>
                </a:solidFill>
              </a:defRPr>
            </a:pPr>
            <a:r>
              <a:rPr dirty="0"/>
              <a:t>HANDS-ON WORKSHOP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9380" y="5114925"/>
            <a:ext cx="65836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Your degree gets you into the race.</a:t>
            </a:r>
            <a:br/>
            <a:r>
              <a:t>Your professional identity helps you get noticed.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95FB4"/>
                </a:solidFill>
              </a:defRPr>
            </a:pPr>
            <a:r>
              <a:t>OPENING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B3B"/>
                </a:solidFill>
              </a:defRPr>
            </a:pPr>
            <a:r>
              <a:t>Google Yourself. Right Now.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241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80467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0">
                <a:solidFill>
                  <a:srgbClr val="1E2837"/>
                </a:solidFill>
              </a:defRPr>
            </a:pPr>
            <a:r>
              <a:t>🔍  yourname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1828800"/>
            <a:ext cx="1371600" cy="914400"/>
          </a:xfrm>
          <a:prstGeom prst="rect">
            <a:avLst/>
          </a:prstGeom>
          <a:solidFill>
            <a:srgbClr val="195FB4"/>
          </a:solidFill>
          <a:ln>
            <a:noFill/>
          </a:ln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00400"/>
            <a:ext cx="3200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3200400"/>
            <a:ext cx="64008" cy="1645920"/>
          </a:xfrm>
          <a:prstGeom prst="rect">
            <a:avLst/>
          </a:prstGeom>
          <a:solidFill>
            <a:srgbClr val="19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3364992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71B3B"/>
                </a:solidFill>
              </a:defRPr>
            </a:pPr>
            <a:r>
              <a:t>Recruiter sees…</a:t>
            </a:r>
          </a:p>
          <a:p>
            <a:pPr>
              <a:spcBef>
                <a:spcPts val="800"/>
              </a:spcBef>
              <a:defRPr sz="1500">
                <a:solidFill>
                  <a:srgbClr val="1E2837"/>
                </a:solidFill>
              </a:defRPr>
            </a:pPr>
            <a:r>
              <a:t>A professional profile?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200400"/>
            <a:ext cx="3200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3200400"/>
            <a:ext cx="64008" cy="164592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81728" y="3364992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71B3B"/>
                </a:solidFill>
              </a:defRPr>
            </a:pPr>
            <a:r>
              <a:t>Recruiter sees…</a:t>
            </a:r>
          </a:p>
          <a:p>
            <a:pPr>
              <a:spcBef>
                <a:spcPts val="800"/>
              </a:spcBef>
              <a:defRPr sz="1500">
                <a:solidFill>
                  <a:srgbClr val="1E2837"/>
                </a:solidFill>
              </a:defRPr>
            </a:pPr>
            <a:r>
              <a:t>Only a college resume?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200400"/>
            <a:ext cx="31089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3200400"/>
            <a:ext cx="64008" cy="1645920"/>
          </a:xfrm>
          <a:prstGeom prst="rect">
            <a:avLst/>
          </a:prstGeom>
          <a:solidFill>
            <a:srgbClr val="CD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3364992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71B3B"/>
                </a:solidFill>
              </a:defRPr>
            </a:pPr>
            <a:r>
              <a:t>Recruiter sees…</a:t>
            </a:r>
          </a:p>
          <a:p>
            <a:pPr>
              <a:spcBef>
                <a:spcPts val="800"/>
              </a:spcBef>
              <a:defRPr sz="1500">
                <a:solidFill>
                  <a:srgbClr val="1E2837"/>
                </a:solidFill>
              </a:defRPr>
            </a:pPr>
            <a:r>
              <a:t>Nothing useful?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394960"/>
            <a:ext cx="99669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300" b="1">
                <a:solidFill>
                  <a:srgbClr val="071B3B"/>
                </a:solidFill>
              </a:defRPr>
            </a:pPr>
            <a:r>
              <a:t>TURN YOUR DIGITAL PRESENCE INTO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95FB4"/>
                </a:solidFill>
              </a:defRPr>
            </a:pPr>
            <a:r>
              <a:t>REALITY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304461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B3B"/>
                </a:solidFill>
              </a:defRPr>
            </a:pPr>
            <a:r>
              <a:rPr dirty="0"/>
              <a:t>The Recruiter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920240" cy="1554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1">
                <a:solidFill>
                  <a:srgbClr val="CD4646"/>
                </a:solidFill>
              </a:defRPr>
            </a:pPr>
            <a:r>
              <a:rPr dirty="0"/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9202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CD4646"/>
                </a:solidFill>
              </a:defRPr>
            </a:pPr>
            <a:r>
              <a:t>SECONDS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1325880"/>
            <a:ext cx="24688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108960" y="1325880"/>
            <a:ext cx="64008" cy="1463040"/>
          </a:xfrm>
          <a:prstGeom prst="rect">
            <a:avLst/>
          </a:prstGeom>
          <a:solidFill>
            <a:srgbClr val="19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10128" y="1490472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71B3B"/>
                </a:solidFill>
              </a:defRPr>
            </a:pPr>
            <a:r>
              <a:t>1. RESUME</a:t>
            </a:r>
          </a:p>
          <a:p>
            <a:pPr>
              <a:spcBef>
                <a:spcPts val="800"/>
              </a:spcBef>
              <a:defRPr sz="1400">
                <a:solidFill>
                  <a:srgbClr val="1E2837"/>
                </a:solidFill>
              </a:defRPr>
            </a:pPr>
            <a:r>
              <a:t>What can you do?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325880"/>
            <a:ext cx="24688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60720" y="1325880"/>
            <a:ext cx="64008" cy="1463040"/>
          </a:xfrm>
          <a:prstGeom prst="rect">
            <a:avLst/>
          </a:prstGeom>
          <a:solidFill>
            <a:srgbClr val="00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61888" y="1490472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71B3B"/>
                </a:solidFill>
              </a:defRPr>
            </a:pPr>
            <a:r>
              <a:t>2. LINKEDIN</a:t>
            </a:r>
          </a:p>
          <a:p>
            <a:pPr>
              <a:spcBef>
                <a:spcPts val="800"/>
              </a:spcBef>
              <a:defRPr sz="1400">
                <a:solidFill>
                  <a:srgbClr val="1E2837"/>
                </a:solidFill>
              </a:defRPr>
            </a:pPr>
            <a:r>
              <a:t>Who are you?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325880"/>
            <a:ext cx="24688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412480" y="1325880"/>
            <a:ext cx="64008" cy="1463040"/>
          </a:xfrm>
          <a:prstGeom prst="rect">
            <a:avLst/>
          </a:prstGeom>
          <a:solidFill>
            <a:srgbClr val="2D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13648" y="1490472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71B3B"/>
                </a:solidFill>
              </a:defRPr>
            </a:pPr>
            <a:r>
              <a:t>3. GITHUB</a:t>
            </a:r>
          </a:p>
          <a:p>
            <a:pPr>
              <a:spcBef>
                <a:spcPts val="800"/>
              </a:spcBef>
              <a:defRPr sz="1400">
                <a:solidFill>
                  <a:srgbClr val="1E2837"/>
                </a:solidFill>
              </a:defRPr>
            </a:pPr>
            <a:r>
              <a:t>Can you prove it?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383280"/>
            <a:ext cx="76809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300" b="1">
                <a:solidFill>
                  <a:srgbClr val="071B3B"/>
                </a:solidFill>
              </a:defRPr>
            </a:pPr>
            <a:r>
              <a:t>If all three tell the SAME story → credibility.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206240"/>
            <a:ext cx="76809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300" b="1">
                <a:solidFill>
                  <a:srgbClr val="CD4646"/>
                </a:solidFill>
              </a:defRPr>
            </a:pPr>
            <a:r>
              <a:t>If they tell DIFFERENT stories → confusion.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394960"/>
            <a:ext cx="85953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D9A441"/>
                </a:solidFill>
              </a:defRPr>
            </a:pPr>
            <a:r>
              <a:t>Your mission today: make your story consistent.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95FB4"/>
                </a:solidFill>
              </a:defRPr>
            </a:pPr>
            <a:r>
              <a:t>THE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B3B"/>
                </a:solidFill>
              </a:defRPr>
            </a:pPr>
            <a:r>
              <a:t>Your Professional Identity = 4 Connected Signals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5146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64008" cy="2194560"/>
          </a:xfrm>
          <a:prstGeom prst="rect">
            <a:avLst/>
          </a:prstGeom>
          <a:solidFill>
            <a:srgbClr val="19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993392"/>
            <a:ext cx="2148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71B3B"/>
                </a:solidFill>
              </a:defRPr>
            </a:pPr>
            <a:r>
              <a:t>RESUME</a:t>
            </a:r>
          </a:p>
          <a:p>
            <a:pPr>
              <a:spcBef>
                <a:spcPts val="800"/>
              </a:spcBef>
              <a:defRPr sz="1500">
                <a:solidFill>
                  <a:srgbClr val="1E2837"/>
                </a:solidFill>
              </a:defRPr>
            </a:pPr>
            <a:r>
              <a:t>Gets attention</a:t>
            </a:r>
          </a:p>
        </p:txBody>
      </p:sp>
      <p:sp>
        <p:nvSpPr>
          <p:cNvPr id="8" name="Oval 7"/>
          <p:cNvSpPr/>
          <p:nvPr/>
        </p:nvSpPr>
        <p:spPr>
          <a:xfrm>
            <a:off x="1508760" y="4343400"/>
            <a:ext cx="868680" cy="868680"/>
          </a:xfrm>
          <a:prstGeom prst="ellipse">
            <a:avLst/>
          </a:prstGeom>
          <a:solidFill>
            <a:srgbClr val="19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566160" y="1828800"/>
            <a:ext cx="25146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66160" y="1828800"/>
            <a:ext cx="64008" cy="2194560"/>
          </a:xfrm>
          <a:prstGeom prst="rect">
            <a:avLst/>
          </a:prstGeom>
          <a:solidFill>
            <a:srgbClr val="00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67328" y="1993392"/>
            <a:ext cx="2148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71B3B"/>
                </a:solidFill>
              </a:defRPr>
            </a:pPr>
            <a:r>
              <a:t>LINKEDIN</a:t>
            </a:r>
          </a:p>
          <a:p>
            <a:pPr>
              <a:spcBef>
                <a:spcPts val="800"/>
              </a:spcBef>
              <a:defRPr sz="1500">
                <a:solidFill>
                  <a:srgbClr val="1E2837"/>
                </a:solidFill>
              </a:defRPr>
            </a:pPr>
            <a:r>
              <a:t>Builds visibility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4343400"/>
            <a:ext cx="868680" cy="868680"/>
          </a:xfrm>
          <a:prstGeom prst="ellipse">
            <a:avLst/>
          </a:prstGeom>
          <a:solidFill>
            <a:srgbClr val="00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46520" y="1828800"/>
            <a:ext cx="25146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46520" y="1828800"/>
            <a:ext cx="64008" cy="2194560"/>
          </a:xfrm>
          <a:prstGeom prst="rect">
            <a:avLst/>
          </a:prstGeom>
          <a:solidFill>
            <a:srgbClr val="2D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47688" y="1993392"/>
            <a:ext cx="2148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71B3B"/>
                </a:solidFill>
              </a:defRPr>
            </a:pPr>
            <a:r>
              <a:t>GITHUB</a:t>
            </a:r>
          </a:p>
          <a:p>
            <a:pPr>
              <a:spcBef>
                <a:spcPts val="800"/>
              </a:spcBef>
              <a:defRPr sz="1500">
                <a:solidFill>
                  <a:srgbClr val="1E2837"/>
                </a:solidFill>
              </a:defRPr>
            </a:pPr>
            <a:r>
              <a:t>Shows evidence</a:t>
            </a:r>
          </a:p>
        </p:txBody>
      </p:sp>
      <p:sp>
        <p:nvSpPr>
          <p:cNvPr id="16" name="Oval 15"/>
          <p:cNvSpPr/>
          <p:nvPr/>
        </p:nvSpPr>
        <p:spPr>
          <a:xfrm>
            <a:off x="7269480" y="4343400"/>
            <a:ext cx="868680" cy="868680"/>
          </a:xfrm>
          <a:prstGeom prst="ellipse">
            <a:avLst/>
          </a:prstGeom>
          <a:solidFill>
            <a:srgbClr val="2D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326880" y="1828800"/>
            <a:ext cx="25146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326880" y="1828800"/>
            <a:ext cx="64008" cy="219456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28048" y="1993392"/>
            <a:ext cx="2148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71B3B"/>
                </a:solidFill>
              </a:defRPr>
            </a:pPr>
            <a:r>
              <a:t>PERSONAL BRAND</a:t>
            </a:r>
          </a:p>
          <a:p>
            <a:pPr>
              <a:spcBef>
                <a:spcPts val="800"/>
              </a:spcBef>
              <a:defRPr sz="1500">
                <a:solidFill>
                  <a:srgbClr val="1E2837"/>
                </a:solidFill>
              </a:defRPr>
            </a:pPr>
            <a:r>
              <a:t>Creates recall</a:t>
            </a:r>
          </a:p>
        </p:txBody>
      </p:sp>
      <p:sp>
        <p:nvSpPr>
          <p:cNvPr id="20" name="Oval 19"/>
          <p:cNvSpPr/>
          <p:nvPr/>
        </p:nvSpPr>
        <p:spPr>
          <a:xfrm>
            <a:off x="10149840" y="4343400"/>
            <a:ext cx="868680" cy="868680"/>
          </a:xfrm>
          <a:prstGeom prst="ellipse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0" y="5349240"/>
            <a:ext cx="66751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071B3B"/>
                </a:solidFill>
              </a:defRPr>
            </a:pPr>
            <a:r>
              <a:t>ONE CAREER 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95FB4"/>
                </a:solidFill>
              </a:defRPr>
            </a:pPr>
            <a:r>
              <a:t>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B3B"/>
                </a:solidFill>
              </a:defRPr>
            </a:pPr>
            <a:r>
              <a:t>Resume: Stop Listing. Start Proving.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206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64008" cy="3474720"/>
          </a:xfrm>
          <a:prstGeom prst="rect">
            <a:avLst/>
          </a:prstGeom>
          <a:solidFill>
            <a:srgbClr val="CD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81912"/>
            <a:ext cx="47548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71B3B"/>
                </a:solidFill>
              </a:defRPr>
            </a:pPr>
            <a:r>
              <a:t>❌ COLLEGE-STYLE</a:t>
            </a:r>
          </a:p>
          <a:p>
            <a:pPr>
              <a:spcBef>
                <a:spcPts val="800"/>
              </a:spcBef>
              <a:defRPr sz="1600">
                <a:solidFill>
                  <a:srgbClr val="1E2837"/>
                </a:solidFill>
              </a:defRPr>
            </a:pPr>
            <a:r>
              <a:t>“Developed an e-commerce website using React and Node.js.”</a:t>
            </a:r>
            <a:br/>
            <a:br/>
            <a:r>
              <a:t>Too generic.</a:t>
            </a:r>
            <a:br/>
            <a:r>
              <a:t>No scale. No problem. No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17320"/>
            <a:ext cx="51206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55080" y="1417320"/>
            <a:ext cx="64008" cy="3474720"/>
          </a:xfrm>
          <a:prstGeom prst="rect">
            <a:avLst/>
          </a:prstGeom>
          <a:solidFill>
            <a:srgbClr val="2D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56248" y="1581912"/>
            <a:ext cx="47548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71B3B"/>
                </a:solidFill>
              </a:defRPr>
            </a:pPr>
            <a:r>
              <a:t>✅ JOB-READY</a:t>
            </a:r>
          </a:p>
          <a:p>
            <a:pPr>
              <a:spcBef>
                <a:spcPts val="800"/>
              </a:spcBef>
              <a:defRPr sz="1600">
                <a:solidFill>
                  <a:srgbClr val="1E2837"/>
                </a:solidFill>
              </a:defRPr>
            </a:pPr>
            <a:r>
              <a:t>“Built a full-stack e-commerce app using React, Node.js and MongoDB with authentication, search and order management.”</a:t>
            </a:r>
            <a:br/>
            <a:br/>
            <a:r>
              <a:t>Specific. Technical. Believable.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95FB4"/>
                </a:solidFill>
              </a:defRPr>
            </a:pPr>
            <a:r>
              <a:t>ACTION + TECHNOLOGY + PROBLEM/FEATURE + EVIDENCE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95FB4"/>
                </a:solidFill>
              </a:defRPr>
            </a:pPr>
            <a: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370954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dirty="0"/>
              <a:t>🔥 Resume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45720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OPEN YOUR RESUME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4572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D9A441"/>
                </a:solidFill>
              </a:defRPr>
            </a:pPr>
            <a:r>
              <a:t>Choose ONE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280160"/>
            <a:ext cx="52120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60720" y="1280160"/>
            <a:ext cx="64008" cy="3291840"/>
          </a:xfrm>
          <a:prstGeom prst="rect">
            <a:avLst/>
          </a:prstGeom>
          <a:solidFill>
            <a:srgbClr val="00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61888" y="1444751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71B3B"/>
                </a:solidFill>
              </a:defRPr>
            </a:pPr>
            <a:r>
              <a:t>Rewrite ONE bullet</a:t>
            </a:r>
          </a:p>
          <a:p>
            <a:pPr>
              <a:spcBef>
                <a:spcPts val="800"/>
              </a:spcBef>
              <a:defRPr sz="1600">
                <a:solidFill>
                  <a:srgbClr val="1E2837"/>
                </a:solidFill>
              </a:defRPr>
            </a:pPr>
            <a:r>
              <a:t>1. What did I build?</a:t>
            </a:r>
            <a:br/>
            <a:r>
              <a:t>2. What technology?</a:t>
            </a:r>
            <a:br/>
            <a:r>
              <a:t>3. What problem/feature?</a:t>
            </a:r>
            <a:br/>
            <a:r>
              <a:t>4. What evidence/result?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074920"/>
            <a:ext cx="10058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D9A441"/>
                </a:solidFill>
              </a:defRPr>
            </a:pPr>
            <a:r>
              <a:t>3 MINUTES → ONE BETTER BULLET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95FB4"/>
                </a:solidFill>
              </a:defRPr>
            </a:pPr>
            <a:r>
              <a:t>LINKEDIN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B3B"/>
                </a:solidFill>
              </a:defRPr>
            </a:pPr>
            <a:r>
              <a:t>LinkedIn: Your Professional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6858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64008" cy="4297680"/>
          </a:xfrm>
          <a:prstGeom prst="rect">
            <a:avLst/>
          </a:prstGeom>
          <a:solidFill>
            <a:srgbClr val="00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490472"/>
            <a:ext cx="6492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71B3B"/>
                </a:solidFill>
              </a:defRPr>
            </a:pPr>
            <a:r>
              <a:t>YOUR NAME</a:t>
            </a:r>
          </a:p>
          <a:p>
            <a:pPr>
              <a:spcBef>
                <a:spcPts val="800"/>
              </a:spcBef>
              <a:defRPr sz="1800">
                <a:solidFill>
                  <a:srgbClr val="1E2837"/>
                </a:solidFill>
              </a:defRPr>
            </a:pPr>
            <a:r>
              <a:t>CSE Student | Aspiring Cloud &amp; DevOps Engineer</a:t>
            </a:r>
            <a:br/>
            <a:br/>
            <a:r>
              <a:t>AWS • Linux • Docker • GitHub</a:t>
            </a:r>
            <a:br/>
            <a:br/>
            <a:r>
              <a:t>Building cloud projects and sharing what I learn.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325880"/>
            <a:ext cx="32918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01000" y="1325880"/>
            <a:ext cx="64008" cy="1005840"/>
          </a:xfrm>
          <a:prstGeom prst="rect">
            <a:avLst/>
          </a:prstGeom>
          <a:solidFill>
            <a:srgbClr val="19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02168" y="1490472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71B3B"/>
                </a:solidFill>
              </a:defRPr>
            </a:pPr>
            <a:r>
              <a:t>PHOTO</a:t>
            </a:r>
          </a:p>
          <a:p>
            <a:pPr>
              <a:spcBef>
                <a:spcPts val="800"/>
              </a:spcBef>
              <a:defRPr sz="1300">
                <a:solidFill>
                  <a:srgbClr val="1E2837"/>
                </a:solidFill>
              </a:defRPr>
            </a:pPr>
            <a:r>
              <a:t>Professional + clear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514600"/>
            <a:ext cx="32918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01000" y="2514600"/>
            <a:ext cx="64008" cy="100584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02168" y="2679192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71B3B"/>
                </a:solidFill>
              </a:defRPr>
            </a:pPr>
            <a:r>
              <a:t>HEADLINE</a:t>
            </a:r>
          </a:p>
          <a:p>
            <a:pPr>
              <a:spcBef>
                <a:spcPts val="800"/>
              </a:spcBef>
              <a:defRPr sz="1300">
                <a:solidFill>
                  <a:srgbClr val="1E2837"/>
                </a:solidFill>
              </a:defRPr>
            </a:pPr>
            <a:r>
              <a:t>Career direction + skills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3703320"/>
            <a:ext cx="32918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3703320"/>
            <a:ext cx="64008" cy="1005840"/>
          </a:xfrm>
          <a:prstGeom prst="rect">
            <a:avLst/>
          </a:prstGeom>
          <a:solidFill>
            <a:srgbClr val="2D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3867911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71B3B"/>
                </a:solidFill>
              </a:defRPr>
            </a:pPr>
            <a:r>
              <a:t>ABOUT</a:t>
            </a:r>
          </a:p>
          <a:p>
            <a:pPr>
              <a:spcBef>
                <a:spcPts val="800"/>
              </a:spcBef>
              <a:defRPr sz="1300">
                <a:solidFill>
                  <a:srgbClr val="1E2837"/>
                </a:solidFill>
              </a:defRPr>
            </a:pPr>
            <a:r>
              <a:t>Story + projects +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06440"/>
            <a:ext cx="10332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071B3B"/>
                </a:solidFill>
              </a:defRPr>
            </a:pPr>
            <a:r>
              <a:t>DON'T WRITE “STUDENT”. SHOW WHERE YOU'RE GOING.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95FB4"/>
                </a:solidFill>
              </a:defRPr>
            </a:pPr>
            <a: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B3B"/>
                </a:solidFill>
              </a:defRPr>
            </a:pPr>
            <a:r>
              <a:t>🔥 Create Your LinkedIn Headline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195FB4"/>
                </a:solidFill>
              </a:defRPr>
            </a:pPr>
            <a:r>
              <a:t>[WHO YOU ARE]  |  [CAREER]  |  [3 SKILLS]  |  [WHAT YOU BUILD]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47548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2377440"/>
            <a:ext cx="64008" cy="2103120"/>
          </a:xfrm>
          <a:prstGeom prst="rect">
            <a:avLst/>
          </a:prstGeom>
          <a:solidFill>
            <a:srgbClr val="CD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2542032"/>
            <a:ext cx="438912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71B3B"/>
                </a:solidFill>
              </a:defRPr>
            </a:pPr>
            <a:r>
              <a:t>❌ AVOID</a:t>
            </a:r>
          </a:p>
          <a:p>
            <a:pPr>
              <a:spcBef>
                <a:spcPts val="800"/>
              </a:spcBef>
              <a:defRPr sz="1800">
                <a:solidFill>
                  <a:srgbClr val="1E2837"/>
                </a:solidFill>
              </a:defRPr>
            </a:pPr>
            <a:r>
              <a:t>“Student at XYZ College”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377440"/>
            <a:ext cx="47548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92240" y="2377440"/>
            <a:ext cx="64008" cy="2103120"/>
          </a:xfrm>
          <a:prstGeom prst="rect">
            <a:avLst/>
          </a:prstGeom>
          <a:solidFill>
            <a:srgbClr val="2D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93407" y="2542032"/>
            <a:ext cx="438912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71B3B"/>
                </a:solidFill>
              </a:defRPr>
            </a:pPr>
            <a:r>
              <a:t>✅ TRY</a:t>
            </a:r>
          </a:p>
          <a:p>
            <a:pPr>
              <a:spcBef>
                <a:spcPts val="800"/>
              </a:spcBef>
              <a:defRPr sz="1600">
                <a:solidFill>
                  <a:srgbClr val="1E2837"/>
                </a:solidFill>
              </a:defRPr>
            </a:pPr>
            <a:r>
              <a:t>“CSE Student | Aspiring Data Analyst | Python • SQL • Power BI | Building Data Projects”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0874" y="5156433"/>
            <a:ext cx="3491212" cy="4770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D9A441"/>
                </a:solidFill>
              </a:defRPr>
            </a:pPr>
            <a:r>
              <a:rPr dirty="0"/>
              <a:t>UPDATE YOUR HEADLINE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95FB4"/>
                </a:solidFill>
              </a:defRPr>
            </a:pPr>
            <a:r>
              <a:t>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B3B"/>
                </a:solidFill>
              </a:defRPr>
            </a:pPr>
            <a:r>
              <a:t>GitHub: Show What You Can 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6766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4389120"/>
          </a:xfrm>
          <a:prstGeom prst="rect">
            <a:avLst/>
          </a:prstGeom>
          <a:solidFill>
            <a:srgbClr val="2D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90472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71B3B"/>
                </a:solidFill>
              </a:defRPr>
            </a:pPr>
            <a:r>
              <a:t>⭐ pinned-project</a:t>
            </a:r>
          </a:p>
          <a:p>
            <a:pPr>
              <a:spcBef>
                <a:spcPts val="800"/>
              </a:spcBef>
              <a:defRPr sz="1600">
                <a:solidFill>
                  <a:srgbClr val="1E2837"/>
                </a:solidFill>
              </a:defRPr>
            </a:pPr>
            <a:r>
              <a:t>E-Commerce-App</a:t>
            </a:r>
            <a:br/>
            <a:br/>
            <a:r>
              <a:t>README.md</a:t>
            </a:r>
            <a:br/>
            <a:r>
              <a:t>✓ Problem / purpose</a:t>
            </a:r>
            <a:br/>
            <a:r>
              <a:t>✓ Tech stack</a:t>
            </a:r>
            <a:br/>
            <a:r>
              <a:t>✓ Screenshots / demo</a:t>
            </a:r>
            <a:br/>
            <a:r>
              <a:t>✓ Setup instructions</a:t>
            </a:r>
            <a:br/>
            <a:r>
              <a:t>✓ What I learned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32588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818120" y="1325880"/>
            <a:ext cx="64008" cy="1234440"/>
          </a:xfrm>
          <a:prstGeom prst="rect">
            <a:avLst/>
          </a:prstGeom>
          <a:solidFill>
            <a:srgbClr val="19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19288" y="1490472"/>
            <a:ext cx="3017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71B3B"/>
                </a:solidFill>
              </a:defRPr>
            </a:pPr>
            <a:r>
              <a:t>PROFILE</a:t>
            </a:r>
          </a:p>
          <a:p>
            <a:pPr>
              <a:spcBef>
                <a:spcPts val="800"/>
              </a:spcBef>
              <a:defRPr sz="1400">
                <a:solidFill>
                  <a:srgbClr val="1E2837"/>
                </a:solidFill>
              </a:defRPr>
            </a:pPr>
            <a:r>
              <a:t>Clear bio + photo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278892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18120" y="2788920"/>
            <a:ext cx="64008" cy="1234440"/>
          </a:xfrm>
          <a:prstGeom prst="rect">
            <a:avLst/>
          </a:prstGeom>
          <a:solidFill>
            <a:srgbClr val="00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19288" y="2953512"/>
            <a:ext cx="3017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71B3B"/>
                </a:solidFill>
              </a:defRPr>
            </a:pPr>
            <a:r>
              <a:t>REPOSITORY</a:t>
            </a:r>
          </a:p>
          <a:p>
            <a:pPr>
              <a:spcBef>
                <a:spcPts val="800"/>
              </a:spcBef>
              <a:defRPr sz="1400">
                <a:solidFill>
                  <a:srgbClr val="1E2837"/>
                </a:solidFill>
              </a:defRPr>
            </a:pPr>
            <a:r>
              <a:t>Best work pinned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425196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18120" y="4251960"/>
            <a:ext cx="64008" cy="123444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19288" y="4416552"/>
            <a:ext cx="3017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71B3B"/>
                </a:solidFill>
              </a:defRPr>
            </a:pPr>
            <a:r>
              <a:t>README</a:t>
            </a:r>
          </a:p>
          <a:p>
            <a:pPr>
              <a:spcBef>
                <a:spcPts val="800"/>
              </a:spcBef>
              <a:defRPr sz="1400">
                <a:solidFill>
                  <a:srgbClr val="1E2837"/>
                </a:solidFill>
              </a:defRPr>
            </a:pPr>
            <a:r>
              <a:t>Explain before they read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5715000"/>
            <a:ext cx="6400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071B3B"/>
                </a:solidFill>
              </a:defRPr>
            </a:pPr>
            <a:r>
              <a:t>YOUR CODE IS EVIDENCE.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95FB4"/>
                </a:solidFill>
              </a:defRPr>
            </a:pPr>
            <a: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🔥 GitHub Recruiter 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25880"/>
            <a:ext cx="47548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325880"/>
            <a:ext cx="64008" cy="777240"/>
          </a:xfrm>
          <a:prstGeom prst="rect">
            <a:avLst/>
          </a:prstGeom>
          <a:solidFill>
            <a:srgbClr val="00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" y="149047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71B3B"/>
                </a:solidFill>
              </a:defRPr>
            </a:pPr>
            <a:r>
              <a:t>☐ Profile / bio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47548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64008" cy="777240"/>
          </a:xfrm>
          <a:prstGeom prst="rect">
            <a:avLst/>
          </a:prstGeom>
          <a:solidFill>
            <a:srgbClr val="00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49047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71B3B"/>
                </a:solidFill>
              </a:defRPr>
            </a:pPr>
            <a:r>
              <a:t>☐ Best project pinned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377439"/>
            <a:ext cx="47548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" y="2377439"/>
            <a:ext cx="64008" cy="777240"/>
          </a:xfrm>
          <a:prstGeom prst="rect">
            <a:avLst/>
          </a:prstGeom>
          <a:solidFill>
            <a:srgbClr val="00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5568" y="254203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71B3B"/>
                </a:solidFill>
              </a:defRPr>
            </a:pPr>
            <a:r>
              <a:t>☐ README exists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377439"/>
            <a:ext cx="47548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2377439"/>
            <a:ext cx="64008" cy="777240"/>
          </a:xfrm>
          <a:prstGeom prst="rect">
            <a:avLst/>
          </a:prstGeom>
          <a:solidFill>
            <a:srgbClr val="00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254203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71B3B"/>
                </a:solidFill>
              </a:defRPr>
            </a:pPr>
            <a:r>
              <a:t>☐ Screenshots / demo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429000"/>
            <a:ext cx="47548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4400" y="3429000"/>
            <a:ext cx="64008" cy="777240"/>
          </a:xfrm>
          <a:prstGeom prst="rect">
            <a:avLst/>
          </a:prstGeom>
          <a:solidFill>
            <a:srgbClr val="00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5568" y="359359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71B3B"/>
                </a:solidFill>
              </a:defRPr>
            </a:pPr>
            <a:r>
              <a:t>☐ Tech stack clear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429000"/>
            <a:ext cx="47548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3429000"/>
            <a:ext cx="64008" cy="777240"/>
          </a:xfrm>
          <a:prstGeom prst="rect">
            <a:avLst/>
          </a:prstGeom>
          <a:solidFill>
            <a:srgbClr val="00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9088" y="359359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71B3B"/>
                </a:solidFill>
              </a:defRPr>
            </a:pPr>
            <a:r>
              <a:t>☐ Setup instructions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257800"/>
            <a:ext cx="101498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300" b="1">
                <a:solidFill>
                  <a:srgbClr val="D9A441"/>
                </a:solidFill>
              </a:defRPr>
            </a:pPr>
            <a:r>
              <a:t>60-SECOND TEST: CAN I UNDERSTAND YOUR PROJECT?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95FB4"/>
                </a:solidFill>
              </a:defRPr>
            </a:pPr>
            <a:r>
              <a:t>PERSONAL BRAND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B3B"/>
                </a:solidFill>
              </a:defRPr>
            </a:pPr>
            <a:r>
              <a:t>Personal Branding: Be Remembered for Something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1945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195FB4"/>
                </a:solidFill>
              </a:defRPr>
            </a:pPr>
            <a:r>
              <a:t>I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371600"/>
            <a:ext cx="5486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9A441"/>
                </a:solidFill>
              </a:defRPr>
            </a:pPr>
            <a: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371600"/>
            <a:ext cx="21945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00AABE"/>
                </a:solidFill>
              </a:defRPr>
            </a:pPr>
            <a:r>
              <a:t>I 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371600"/>
            <a:ext cx="5486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9A441"/>
                </a:solidFill>
              </a:defRPr>
            </a:pPr>
            <a: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71600"/>
            <a:ext cx="21945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2D965F"/>
                </a:solidFill>
              </a:defRPr>
            </a:pPr>
            <a:r>
              <a:t>I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371600"/>
            <a:ext cx="5486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9A441"/>
                </a:solidFill>
              </a:defRPr>
            </a:pPr>
            <a: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371600"/>
            <a:ext cx="21945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CD4646"/>
                </a:solidFill>
              </a:defRPr>
            </a:pPr>
            <a:r>
              <a:t>I SHARE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2743200"/>
            <a:ext cx="9966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97280" y="2743200"/>
            <a:ext cx="64008" cy="201168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98448" y="2907792"/>
            <a:ext cx="9601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71B3B"/>
                </a:solidFill>
              </a:defRPr>
            </a:pPr>
            <a:r>
              <a:t>EXAMPLE</a:t>
            </a:r>
          </a:p>
          <a:p>
            <a:pPr>
              <a:spcBef>
                <a:spcPts val="800"/>
              </a:spcBef>
              <a:defRPr sz="1800">
                <a:solidFill>
                  <a:srgbClr val="1E2837"/>
                </a:solidFill>
              </a:defRPr>
            </a:pPr>
            <a:r>
              <a:t>“I am a CSE student. I can build web applications. I build React + Node.js projects. I share what I learn through GitHub and LinkedIn.”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5303520"/>
            <a:ext cx="67665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071B3B"/>
                </a:solidFill>
              </a:defRPr>
            </a:pPr>
            <a:r>
              <a:t>NOT INFLUENCE.  →  IDENTITY.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95FB4"/>
                </a:solidFill>
              </a:defRPr>
            </a:pPr>
            <a:r>
              <a:t>FINAL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B3B"/>
                </a:solidFill>
              </a:defRPr>
            </a:pPr>
            <a:r>
              <a:t>🔥 The Recruiter Scorecard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029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64008" cy="822960"/>
          </a:xfrm>
          <a:prstGeom prst="rect">
            <a:avLst/>
          </a:prstGeom>
          <a:solidFill>
            <a:srgbClr val="19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39903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71B3B"/>
                </a:solidFill>
              </a:defRPr>
            </a:pPr>
            <a:r>
              <a:t>Career goal</a:t>
            </a:r>
          </a:p>
          <a:p>
            <a:pPr>
              <a:spcBef>
                <a:spcPts val="800"/>
              </a:spcBef>
              <a:defRPr sz="1300">
                <a:solidFill>
                  <a:srgbClr val="1E2837"/>
                </a:solidFill>
              </a:defRPr>
            </a:pPr>
            <a:r>
              <a:t>1 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234440"/>
            <a:ext cx="5029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09359" y="1234440"/>
            <a:ext cx="64008" cy="822960"/>
          </a:xfrm>
          <a:prstGeom prst="rect">
            <a:avLst/>
          </a:prstGeom>
          <a:solidFill>
            <a:srgbClr val="00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0527" y="139903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71B3B"/>
                </a:solidFill>
              </a:defRPr>
            </a:pPr>
            <a:r>
              <a:t>LinkedIn headline</a:t>
            </a:r>
          </a:p>
          <a:p>
            <a:pPr>
              <a:spcBef>
                <a:spcPts val="800"/>
              </a:spcBef>
              <a:defRPr sz="1300">
                <a:solidFill>
                  <a:srgbClr val="1E2837"/>
                </a:solidFill>
              </a:defRPr>
            </a:pPr>
            <a:r>
              <a:t>1 point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31720"/>
            <a:ext cx="5029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331720"/>
            <a:ext cx="64008" cy="822960"/>
          </a:xfrm>
          <a:prstGeom prst="rect">
            <a:avLst/>
          </a:prstGeom>
          <a:solidFill>
            <a:srgbClr val="19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249631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71B3B"/>
                </a:solidFill>
              </a:defRPr>
            </a:pPr>
            <a:r>
              <a:t>Resume projects</a:t>
            </a:r>
          </a:p>
          <a:p>
            <a:pPr>
              <a:spcBef>
                <a:spcPts val="800"/>
              </a:spcBef>
              <a:defRPr sz="1300">
                <a:solidFill>
                  <a:srgbClr val="1E2837"/>
                </a:solidFill>
              </a:defRPr>
            </a:pPr>
            <a:r>
              <a:t>2 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2331720"/>
            <a:ext cx="5029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59" y="2331720"/>
            <a:ext cx="64008" cy="822960"/>
          </a:xfrm>
          <a:prstGeom prst="rect">
            <a:avLst/>
          </a:prstGeom>
          <a:solidFill>
            <a:srgbClr val="00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7" y="249631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71B3B"/>
                </a:solidFill>
              </a:defRPr>
            </a:pPr>
            <a:r>
              <a:t>GitHub profile</a:t>
            </a:r>
          </a:p>
          <a:p>
            <a:pPr>
              <a:spcBef>
                <a:spcPts val="800"/>
              </a:spcBef>
              <a:defRPr sz="1300">
                <a:solidFill>
                  <a:srgbClr val="1E2837"/>
                </a:solidFill>
              </a:defRPr>
            </a:pPr>
            <a:r>
              <a:t>1 point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29000"/>
            <a:ext cx="5029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429000"/>
            <a:ext cx="64008" cy="822960"/>
          </a:xfrm>
          <a:prstGeom prst="rect">
            <a:avLst/>
          </a:prstGeom>
          <a:solidFill>
            <a:srgbClr val="19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359359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71B3B"/>
                </a:solidFill>
              </a:defRPr>
            </a:pPr>
            <a:r>
              <a:t>Documented project</a:t>
            </a:r>
          </a:p>
          <a:p>
            <a:pPr>
              <a:spcBef>
                <a:spcPts val="800"/>
              </a:spcBef>
              <a:defRPr sz="1300">
                <a:solidFill>
                  <a:srgbClr val="1E2837"/>
                </a:solidFill>
              </a:defRPr>
            </a:pPr>
            <a:r>
              <a:t>1 point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3429000"/>
            <a:ext cx="5029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59" y="3429000"/>
            <a:ext cx="64008" cy="822960"/>
          </a:xfrm>
          <a:prstGeom prst="rect">
            <a:avLst/>
          </a:prstGeom>
          <a:solidFill>
            <a:srgbClr val="00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10527" y="359359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71B3B"/>
                </a:solidFill>
              </a:defRPr>
            </a:pPr>
            <a:r>
              <a:t>Consistent story</a:t>
            </a:r>
          </a:p>
          <a:p>
            <a:pPr>
              <a:spcBef>
                <a:spcPts val="800"/>
              </a:spcBef>
              <a:defRPr sz="1300">
                <a:solidFill>
                  <a:srgbClr val="1E2837"/>
                </a:solidFill>
              </a:defRPr>
            </a:pPr>
            <a:r>
              <a:t>2 points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79"/>
            <a:ext cx="5029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4526279"/>
            <a:ext cx="64008" cy="822960"/>
          </a:xfrm>
          <a:prstGeom prst="rect">
            <a:avLst/>
          </a:prstGeom>
          <a:solidFill>
            <a:srgbClr val="19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" y="4690871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71B3B"/>
                </a:solidFill>
              </a:defRPr>
            </a:pPr>
            <a:r>
              <a:t>Professional presence</a:t>
            </a:r>
          </a:p>
          <a:p>
            <a:pPr>
              <a:spcBef>
                <a:spcPts val="800"/>
              </a:spcBef>
              <a:defRPr sz="1300">
                <a:solidFill>
                  <a:srgbClr val="1E2837"/>
                </a:solidFill>
              </a:defRPr>
            </a:pPr>
            <a:r>
              <a:t>2 points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5120640"/>
            <a:ext cx="53949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D9A441"/>
                </a:solidFill>
              </a:defRPr>
            </a:pPr>
            <a:r>
              <a:t>MY SCORE: ____ / 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806440"/>
            <a:ext cx="81381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071B3B"/>
                </a:solidFill>
              </a:defRPr>
            </a:pPr>
            <a:r>
              <a:t>What is the ONE thing you will fix first?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95FB4"/>
                </a:solidFill>
              </a:defRPr>
            </a:pPr>
            <a:r>
              <a:t>TAKE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B3B"/>
                </a:solidFill>
              </a:defRPr>
            </a:pPr>
            <a:r>
              <a:t>🚀 Your 30-Day Professional Identity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5146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64008" cy="2926080"/>
          </a:xfrm>
          <a:prstGeom prst="rect">
            <a:avLst/>
          </a:prstGeom>
          <a:solidFill>
            <a:srgbClr val="19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581912"/>
            <a:ext cx="2148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71B3B"/>
                </a:solidFill>
              </a:defRPr>
            </a:pPr>
            <a:r>
              <a:t>WEEK 1</a:t>
            </a:r>
          </a:p>
          <a:p>
            <a:pPr>
              <a:spcBef>
                <a:spcPts val="800"/>
              </a:spcBef>
              <a:defRPr sz="1600">
                <a:solidFill>
                  <a:srgbClr val="1E2837"/>
                </a:solidFill>
              </a:defRPr>
            </a:pPr>
            <a:r>
              <a:t>RESUME</a:t>
            </a:r>
            <a:br/>
            <a:br/>
            <a:r>
              <a:t>Rewrite projects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17320"/>
            <a:ext cx="25146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0" y="1417320"/>
            <a:ext cx="64008" cy="2926080"/>
          </a:xfrm>
          <a:prstGeom prst="rect">
            <a:avLst/>
          </a:prstGeom>
          <a:solidFill>
            <a:srgbClr val="00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75887" y="1581912"/>
            <a:ext cx="2148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71B3B"/>
                </a:solidFill>
              </a:defRPr>
            </a:pPr>
            <a:r>
              <a:t>WEEK 2</a:t>
            </a:r>
          </a:p>
          <a:p>
            <a:pPr>
              <a:spcBef>
                <a:spcPts val="800"/>
              </a:spcBef>
              <a:defRPr sz="1600">
                <a:solidFill>
                  <a:srgbClr val="1E2837"/>
                </a:solidFill>
              </a:defRPr>
            </a:pPr>
            <a:r>
              <a:t>LINKEDIN</a:t>
            </a:r>
            <a:br/>
            <a:br/>
            <a:r>
              <a:t>Headline + About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417320"/>
            <a:ext cx="25146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55080" y="1417320"/>
            <a:ext cx="64008" cy="2926080"/>
          </a:xfrm>
          <a:prstGeom prst="rect">
            <a:avLst/>
          </a:prstGeom>
          <a:solidFill>
            <a:srgbClr val="2D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56248" y="1581912"/>
            <a:ext cx="2148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71B3B"/>
                </a:solidFill>
              </a:defRPr>
            </a:pPr>
            <a:r>
              <a:t>WEEK 3</a:t>
            </a:r>
          </a:p>
          <a:p>
            <a:pPr>
              <a:spcBef>
                <a:spcPts val="800"/>
              </a:spcBef>
              <a:defRPr sz="1600">
                <a:solidFill>
                  <a:srgbClr val="1E2837"/>
                </a:solidFill>
              </a:defRPr>
            </a:pPr>
            <a:r>
              <a:t>GITHUB</a:t>
            </a:r>
            <a:br/>
            <a:br/>
            <a:r>
              <a:t>README + demo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417320"/>
            <a:ext cx="25146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235440" y="1417320"/>
            <a:ext cx="64008" cy="292608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36608" y="1581912"/>
            <a:ext cx="2148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71B3B"/>
                </a:solidFill>
              </a:defRPr>
            </a:pPr>
            <a:r>
              <a:t>WEEK 4</a:t>
            </a:r>
          </a:p>
          <a:p>
            <a:pPr>
              <a:spcBef>
                <a:spcPts val="800"/>
              </a:spcBef>
              <a:defRPr sz="1600">
                <a:solidFill>
                  <a:srgbClr val="1E2837"/>
                </a:solidFill>
              </a:defRPr>
            </a:pPr>
            <a:r>
              <a:t>BRAND</a:t>
            </a:r>
            <a:br/>
            <a:br/>
            <a:r>
              <a:t>2 posts + 20 connections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983480"/>
            <a:ext cx="97840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071B3B"/>
                </a:solidFill>
              </a:defRPr>
            </a:pPr>
            <a:r>
              <a:t>DON’T JUST SAY YOU HAVE SKILLS. SHOW THEM.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715000"/>
            <a:ext cx="9144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95FB4"/>
                </a:solidFill>
              </a:defRPr>
            </a:pPr>
            <a:r>
              <a:t>RESUME  →  LINKEDIN  →  GITHUB  →  OPPORTUNITY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rPr dirty="0"/>
              <a:t>YOUR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D9A441"/>
                </a:solidFill>
              </a:defRPr>
            </a:pPr>
            <a:r>
              <a:t>What should a recruiter remember about you?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383280"/>
            <a:ext cx="9966960" cy="1280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Don’t wait for final year.</a:t>
            </a:r>
            <a:br/>
            <a:r>
              <a:t>Start building your professional identity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5212080"/>
            <a:ext cx="81381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00AABE"/>
                </a:solidFill>
              </a:defRPr>
            </a:pPr>
            <a:r>
              <a:t>BUILD • SHOW • SHARE • REPEAT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5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599" y="0"/>
            <a:ext cx="122809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D4E577-9CF2-A778-AF71-D379E6954F42}"/>
              </a:ext>
            </a:extLst>
          </p:cNvPr>
          <p:cNvSpPr txBox="1"/>
          <p:nvPr/>
        </p:nvSpPr>
        <p:spPr>
          <a:xfrm>
            <a:off x="1213338" y="2643849"/>
            <a:ext cx="10243038" cy="765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AI Changes the Speed, Not the Responsibility</a:t>
            </a:r>
          </a:p>
        </p:txBody>
      </p:sp>
    </p:spTree>
    <p:extLst>
      <p:ext uri="{BB962C8B-B14F-4D97-AF65-F5344CB8AC3E}">
        <p14:creationId xmlns:p14="http://schemas.microsoft.com/office/powerpoint/2010/main" val="1399986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702</Words>
  <Application>Microsoft Office PowerPoint</Application>
  <PresentationFormat>Widescreen</PresentationFormat>
  <Paragraphs>139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Subbarao Anaparthi</cp:lastModifiedBy>
  <cp:revision>5</cp:revision>
  <dcterms:created xsi:type="dcterms:W3CDTF">2013-01-27T09:14:16Z</dcterms:created>
  <dcterms:modified xsi:type="dcterms:W3CDTF">2026-09-05T06:06:04Z</dcterms:modified>
  <cp:category/>
</cp:coreProperties>
</file>