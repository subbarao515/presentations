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69" r:id="rId4"/>
    <p:sldId id="270" r:id="rId5"/>
    <p:sldId id="271" r:id="rId6"/>
    <p:sldId id="268" r:id="rId7"/>
    <p:sldId id="26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8A9A6-C7F6-442B-B9D4-96BAC05D8B7C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6746F-3FBF-4AAA-821D-06796C5C7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163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96746F-3FBF-4AAA-821D-06796C5C735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764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5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5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93537" y="2929532"/>
            <a:ext cx="9404925" cy="602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lang="en-IN" sz="4050" dirty="0">
                <a:solidFill>
                  <a:srgbClr val="FFFFFF"/>
                </a:solidFill>
                <a:latin typeface="Plus Jakarta Sans ExtraBold"/>
              </a:rPr>
              <a:t>Student Interaction Workshop EPAM</a:t>
            </a:r>
            <a:endParaRPr sz="4050" b="0" i="0" u="none" dirty="0">
              <a:solidFill>
                <a:srgbClr val="FFFFFF"/>
              </a:solidFill>
              <a:latin typeface="Plus Jakarta Sans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0" y="3863875"/>
            <a:ext cx="7810500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IN" sz="2000" dirty="0">
                <a:solidFill>
                  <a:srgbClr val="94A3B8"/>
                </a:solidFill>
                <a:latin typeface="Inter"/>
              </a:rPr>
              <a:t>GVS Sreenadh</a:t>
            </a:r>
            <a:endParaRPr sz="20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520621-3DFA-69C2-FC9C-8FFD2CFDE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00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E1FB04-5793-10E9-11DB-01081D887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305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5709C0-984F-8E4C-AA2A-2BAB67051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76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EA3BDC-E8D0-8E48-1672-E21B50308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0785" y="0"/>
            <a:ext cx="12362785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4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2FB47-3F4A-277C-85AC-A06CCA4DE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42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FF8AC-A862-A725-6C19-E3278ACB2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5D23501-E6A7-17E5-B824-C8E7A7F38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7A3D257-0E7D-D346-EDAC-5A450EFAC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893" y="2415182"/>
            <a:ext cx="3224212" cy="285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1E8CCB-AB55-0E5C-37FE-FE4E2192DF14}"/>
              </a:ext>
            </a:extLst>
          </p:cNvPr>
          <p:cNvSpPr txBox="1"/>
          <p:nvPr/>
        </p:nvSpPr>
        <p:spPr>
          <a:xfrm>
            <a:off x="1393537" y="2929532"/>
            <a:ext cx="9404925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0" i="0" u="none" dirty="0">
                <a:solidFill>
                  <a:srgbClr val="FFFFFF"/>
                </a:solidFill>
                <a:latin typeface="Plus Jakarta Sans ExtraBold"/>
              </a:rPr>
              <a:t>30-60-90 Day IT Interview Roadmap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55377-62C3-58BD-E9D9-6AE0EDF0C704}"/>
              </a:ext>
            </a:extLst>
          </p:cNvPr>
          <p:cNvSpPr txBox="1"/>
          <p:nvPr/>
        </p:nvSpPr>
        <p:spPr>
          <a:xfrm>
            <a:off x="2190750" y="3863875"/>
            <a:ext cx="78105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4A3B8"/>
                </a:solidFill>
                <a:latin typeface="Inter"/>
              </a:rPr>
              <a:t>A structured, stream-by-stream action plan tailored for Computer Science Freshers to crack technical &amp; role-specific interviews.</a:t>
            </a:r>
          </a:p>
        </p:txBody>
      </p:sp>
    </p:spTree>
    <p:extLst>
      <p:ext uri="{BB962C8B-B14F-4D97-AF65-F5344CB8AC3E}">
        <p14:creationId xmlns:p14="http://schemas.microsoft.com/office/powerpoint/2010/main" val="29466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831776"/>
            <a:ext cx="3575000" cy="18067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25" y="1831776"/>
            <a:ext cx="3575000" cy="18067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1831776"/>
            <a:ext cx="3575149" cy="18067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829050"/>
            <a:ext cx="3575000" cy="18067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25" y="3829050"/>
            <a:ext cx="3575000" cy="18067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925" y="3829050"/>
            <a:ext cx="3575149" cy="18067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533400"/>
            <a:ext cx="241696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2031801"/>
            <a:ext cx="4191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2950" y="2584251"/>
            <a:ext cx="113701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Software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879526"/>
            <a:ext cx="31749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Focuses on Data Structures, Algorithms, Core CS (OOP, OS, DBMS), and full-stack web/app development projects.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8450" y="2031801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08450" y="2584251"/>
            <a:ext cx="10970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Data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8450" y="2879526"/>
            <a:ext cx="31749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Emphasizes SQL, Python, applied statistics, machine learning algorithms, and interactive business dashboards.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3950" y="2031801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73950" y="2584251"/>
            <a:ext cx="13898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Cloud &amp; 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3950" y="2879526"/>
            <a:ext cx="3175099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Builds hands-on skills in Linux CLI, networking protocols, cloud basics (AWS/Azure), and CI/CD pipelines.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4029075"/>
            <a:ext cx="419100" cy="419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2950" y="4581525"/>
            <a:ext cx="156550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Product / 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4876800"/>
            <a:ext cx="31749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Focuses on product sense, wireframing (Figma), business metrics (CAC, LTV), PRD creation, and app teardowns.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8450" y="4029075"/>
            <a:ext cx="419100" cy="4191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08450" y="4581525"/>
            <a:ext cx="87057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IT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8450" y="4876800"/>
            <a:ext cx="31749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Covers network security, vulnerability scanning, OWASP Top 10, log analysis (SIEM), and hands-on CTFs.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3950" y="4029075"/>
            <a:ext cx="419100" cy="4191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73950" y="4581525"/>
            <a:ext cx="150628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Phase Breakdown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3950" y="4876800"/>
            <a:ext cx="247650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94A3B8"/>
                </a:solidFill>
                <a:latin typeface="Inter"/>
              </a:rPr>
              <a:t>Days 1-30:</a:t>
            </a:r>
            <a:r>
              <a:rPr sz="1012" b="0" i="0" u="none">
                <a:solidFill>
                  <a:srgbClr val="94A3B8"/>
                </a:solidFill>
                <a:latin typeface="Inter"/>
              </a:rPr>
              <a:t> Foundations &amp; Core CS</a:t>
            </a:r>
            <a:r>
              <a:t>
</a:t>
            </a:r>
            <a:r>
              <a:rPr sz="1012" b="1" i="0" u="none">
                <a:solidFill>
                  <a:srgbClr val="94A3B8"/>
                </a:solidFill>
                <a:latin typeface="Inter"/>
              </a:rPr>
              <a:t>Days 31-60:</a:t>
            </a:r>
            <a:r>
              <a:rPr sz="1012" b="0" i="0" u="none">
                <a:solidFill>
                  <a:srgbClr val="94A3B8"/>
                </a:solidFill>
                <a:latin typeface="Inter"/>
              </a:rPr>
              <a:t> Applied Projects &amp; Tools</a:t>
            </a:r>
            <a:r>
              <a:t>
</a:t>
            </a:r>
            <a:r>
              <a:rPr sz="1012" b="1" i="0" u="none">
                <a:solidFill>
                  <a:srgbClr val="94A3B8"/>
                </a:solidFill>
                <a:latin typeface="Inter"/>
              </a:rPr>
              <a:t>Days 61-90:</a:t>
            </a:r>
            <a:r>
              <a:rPr sz="1012" b="0" i="0" u="none">
                <a:solidFill>
                  <a:srgbClr val="94A3B8"/>
                </a:solidFill>
                <a:latin typeface="Inter"/>
              </a:rPr>
              <a:t> Portfolio &amp; Mock Interviews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150" y="2136576"/>
            <a:ext cx="266700" cy="209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13225" y="2136576"/>
            <a:ext cx="209550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0150" y="2136576"/>
            <a:ext cx="266700" cy="2095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7725" y="4133850"/>
            <a:ext cx="209550" cy="2095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13225" y="4133850"/>
            <a:ext cx="209550" cy="2095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78725" y="4133850"/>
            <a:ext cx="209550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98921" y="466725"/>
            <a:ext cx="1128766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Career Streams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144166"/>
            <a:ext cx="5919787" cy="958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254722"/>
            <a:ext cx="5919787" cy="9581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4365277"/>
            <a:ext cx="5919787" cy="9581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5612" y="1447800"/>
            <a:ext cx="4843462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533400"/>
            <a:ext cx="308371" cy="2476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83768" y="2153691"/>
            <a:ext cx="38100" cy="93910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2950" y="2306091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Days 1 – 30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Core CS &amp; Data Structures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553741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Master Arrays, HashMaps, Trees, and Strings. Revise OOPs, Operating Systems, and SQL queries. Solve 50+ Easy/Medium LeetCode problems.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768" y="3264247"/>
            <a:ext cx="38100" cy="939105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2950" y="3416647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818CF8"/>
                </a:solidFill>
                <a:latin typeface="Inter"/>
              </a:rPr>
              <a:t>Days 31 – 60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Advanced DSA &amp; Full-Stack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664297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Cover Dynamic Programming and Graphs. Build 2 production-ready projects (React/Node or Python/Django) with Git version control and unit testing.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768" y="4374802"/>
            <a:ext cx="38100" cy="939105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950" y="4527202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Inter"/>
              </a:rPr>
              <a:t>Days 61 – 90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System Design &amp; Mock Interviews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774852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Learn Low-Level Design (LLD) basics &amp; REST API design. Participate in 5+ technical mock interviews and optimize resume for ATS.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5137" y="1457325"/>
            <a:ext cx="4824412" cy="4552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5596" y="466725"/>
            <a:ext cx="11217652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Software Development Roadmap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144166"/>
            <a:ext cx="5919787" cy="958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254722"/>
            <a:ext cx="5919787" cy="9581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4365277"/>
            <a:ext cx="5919787" cy="9581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5612" y="1447800"/>
            <a:ext cx="4843462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533400"/>
            <a:ext cx="270271" cy="2476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83768" y="2153691"/>
            <a:ext cx="38100" cy="93910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2950" y="2306091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Days 1 – 30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Math &amp; SQL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553741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Master Python/R, complex SQL (Window functions, JOINs), and probability &amp; hypothesis testing. Practice Pandas &amp; NumPy for data wrangling.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768" y="3264247"/>
            <a:ext cx="38100" cy="939105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2950" y="3416647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818CF8"/>
                </a:solidFill>
                <a:latin typeface="Inter"/>
              </a:rPr>
              <a:t>Days 31 – 60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Machine Learning &amp; 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664297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Build interactive dashboards using PowerBI or Tableau. Implement supervised ML models (Regression, Decision Trees) with Scikit-Learn.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768" y="4374802"/>
            <a:ext cx="38100" cy="939105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950" y="4527202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Inter"/>
              </a:rPr>
              <a:t>Days 61 – 90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End-to-End Kaggle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774852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Deliver 2 full data analytics projects on real Kaggle datasets. Publish clean GitHub repositories and practice explaining business insights.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5137" y="1457325"/>
            <a:ext cx="4824412" cy="4552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7496" y="466725"/>
            <a:ext cx="11257657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Data Science &amp; Analytics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144166"/>
            <a:ext cx="5919787" cy="958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254722"/>
            <a:ext cx="5919787" cy="9581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4365277"/>
            <a:ext cx="5919787" cy="9581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5612" y="1447800"/>
            <a:ext cx="4843462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533400"/>
            <a:ext cx="241696" cy="2476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83768" y="2153691"/>
            <a:ext cx="38100" cy="93910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2950" y="2306091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Days 1 – 30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Linux Administration &amp; Networking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553741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Master Linux CLI commands, shell scripting, TCP/IP, DNS, and user access control. Set up virtual Linux servers locally.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768" y="3264247"/>
            <a:ext cx="38100" cy="939105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2950" y="3416647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818CF8"/>
                </a:solidFill>
                <a:latin typeface="Inter"/>
              </a:rPr>
              <a:t>Days 31 – 60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Cloud Infrastructure &amp;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664297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Learn core AWS/Azure services (EC2/VMs, S3, IAM, VPC). Automate server patching and environment setup using Bash or Ansible scripts.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768" y="4374802"/>
            <a:ext cx="38100" cy="939105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950" y="4527202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Inter"/>
              </a:rPr>
              <a:t>Days 61 – 90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CI/CD Pipelines &amp; Certifications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774852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Prepare for AWS Cloud Practitioner or CompTIA Linux+. Build an automated CI/CD pipeline deploying a web app to cloud servers.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5137" y="1457325"/>
            <a:ext cx="4824412" cy="4552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8921" y="466725"/>
            <a:ext cx="1128766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Cloud &amp; DevOps Roadmap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144166"/>
            <a:ext cx="5919787" cy="958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254722"/>
            <a:ext cx="5919787" cy="9581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4365277"/>
            <a:ext cx="5919787" cy="9581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5612" y="1447800"/>
            <a:ext cx="4843462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533400"/>
            <a:ext cx="184546" cy="2476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83768" y="2153691"/>
            <a:ext cx="38100" cy="93910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2950" y="2306091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Days 1 – 30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PM Frameworks &amp;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553741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Study frameworks (CIRCLES, BUS), key metrics (CAC, LTV, Retention, DAU/MAU), and Agile/Scrum workflows. Practice writing clean PRDs.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768" y="3264247"/>
            <a:ext cx="38100" cy="939105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2950" y="3416647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818CF8"/>
                </a:solidFill>
                <a:latin typeface="Inter"/>
              </a:rPr>
              <a:t>Days 31 – 60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Product Sense &amp; Wireframing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664297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Perform teardowns of 3 popular consumer apps. Create interactive UI/UX wireframes in Figma and use SQL for basic data-driven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768" y="4374802"/>
            <a:ext cx="38100" cy="939105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950" y="4527202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Inter"/>
              </a:rPr>
              <a:t>Days 61 – 90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Teardowns &amp; Case Interviews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774852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Publish 2 comprehensive product teardowns online. Conduct mock interviews focusing on product design, execution, and behavioral questions.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5137" y="1457325"/>
            <a:ext cx="4824412" cy="4552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1771" y="466725"/>
            <a:ext cx="11347668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Product Management Roadmap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144166"/>
            <a:ext cx="5919787" cy="958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254722"/>
            <a:ext cx="5919787" cy="9581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4365277"/>
            <a:ext cx="5919787" cy="9581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5612" y="1447800"/>
            <a:ext cx="4843462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533400"/>
            <a:ext cx="308371" cy="2476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83768" y="2153691"/>
            <a:ext cx="38100" cy="93910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2950" y="2306091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Days 1 – 30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Security &amp; Web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553741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Study OSI model, network protocols, OWASP Top 10 web vulnerabilities, and cryptography basics. Configure a Kali Linux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768" y="3264247"/>
            <a:ext cx="38100" cy="939105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2950" y="3416647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818CF8"/>
                </a:solidFill>
                <a:latin typeface="Inter"/>
              </a:rPr>
              <a:t>Days 31 – 60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Log Monitoring &amp; Tooling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664297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Learn SIEM tools (Splunk/Elastic) for threat log analysis. Practice packet inspection with Wireshark and vulnerability scanning with Nmap.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768" y="4374802"/>
            <a:ext cx="38100" cy="939105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950" y="4527202"/>
            <a:ext cx="5519737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Inter"/>
              </a:rPr>
              <a:t>Days 61 – 90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CTF Challenges &amp; Certifications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774852"/>
            <a:ext cx="55197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Solve room challenges on TryHackMe or Hack The Box. Prepare for entry certs (CompTIA Security+ / eJPT) and incident response drills.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5137" y="1457325"/>
            <a:ext cx="4824412" cy="4552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5596" y="466725"/>
            <a:ext cx="11217652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IT Security Engineer 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365771"/>
            <a:ext cx="11106150" cy="27360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533400"/>
            <a:ext cx="241696" cy="2476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2450" y="2375296"/>
            <a:ext cx="11087100" cy="2717006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2450" y="2375296"/>
          <a:ext cx="11087099" cy="2717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1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1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6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83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Inter"/>
                        </a:rPr>
                        <a:t>Stream Track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Inter"/>
                        </a:rPr>
                        <a:t>Core Tools / Tech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Inter"/>
                        </a:rPr>
                        <a:t>Primary Deliverable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Inter"/>
                        </a:rPr>
                        <a:t>Target Entry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834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E2E8F0"/>
                          </a:solidFill>
                          <a:latin typeface="Inter"/>
                        </a:rPr>
                        <a:t>Software Dev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Java/Python, DSA, SQL, Git, React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2 Full-Stack GitHub Projects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Junior Software Engineer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834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E2E8F0"/>
                          </a:solidFill>
                          <a:latin typeface="Inter"/>
                        </a:rPr>
                        <a:t>Data Science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Python, SQL, Pandas, Tableau, Scikit-Learn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End-to-End Kaggle Analysis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Data Analyst / Jr. Data Scientist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834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E2E8F0"/>
                          </a:solidFill>
                          <a:latin typeface="Inter"/>
                        </a:rPr>
                        <a:t>Cloud &amp; DevOps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Linux, AWS, Bash Scripting, Docker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Automate Cloud Web 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Jr. Infrastructure / System Admin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834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E2E8F0"/>
                          </a:solidFill>
                          <a:latin typeface="Inter"/>
                        </a:rPr>
                        <a:t>Product Mgmt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Figma, SQL, PRDs, Product Frameworks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2 Published Product Teardowns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Associate Product Manager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836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E2E8F0"/>
                          </a:solidFill>
                          <a:latin typeface="Inter"/>
                        </a:rPr>
                        <a:t>IT Security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Kali Linux, Wireshark, Nmap, Splunk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TryHackMe / CTF Write-ups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E2E8F0"/>
                          </a:solidFill>
                          <a:latin typeface="Inter"/>
                        </a:rPr>
                        <a:t>Junior Security Engineer / SOC Analyst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52450" y="2837259"/>
            <a:ext cx="16875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40012" y="2837259"/>
            <a:ext cx="35316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71703" y="2837259"/>
            <a:ext cx="26711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42870" y="2837259"/>
            <a:ext cx="31966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2450" y="3287315"/>
            <a:ext cx="16875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40012" y="3287315"/>
            <a:ext cx="35316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71703" y="3287315"/>
            <a:ext cx="26711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42870" y="3287315"/>
            <a:ext cx="31966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2450" y="3737371"/>
            <a:ext cx="16875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40012" y="3737371"/>
            <a:ext cx="35316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71703" y="3737371"/>
            <a:ext cx="26711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42870" y="3737371"/>
            <a:ext cx="31966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52450" y="4187428"/>
            <a:ext cx="16875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40012" y="4187428"/>
            <a:ext cx="35316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71703" y="4187428"/>
            <a:ext cx="26711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42870" y="4187428"/>
            <a:ext cx="31966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2450" y="4637484"/>
            <a:ext cx="16875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40012" y="4637484"/>
            <a:ext cx="35316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71703" y="4637484"/>
            <a:ext cx="26711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42870" y="4637484"/>
            <a:ext cx="31966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8921" y="466725"/>
            <a:ext cx="1128766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Streams Execution Matrix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33400"/>
            <a:ext cx="213121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725" y="2819400"/>
            <a:ext cx="10801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Consistency Over Intensity: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Dedicate 3 to 4 focused hours daily to your chosen stream track without skipping foundational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3219450"/>
            <a:ext cx="10801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Build Public Deliverables: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Ensure all projects, teardowns, CTF write-ups, or code samples are hosted publicly on GitHub, Kaggle, or LinkedIn.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619500"/>
            <a:ext cx="10801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Conduct Mock Interviews: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Complete at least 5 live mock interviews during Days 61-90 to build communication confidence and problem-solving agility.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248150"/>
            <a:ext cx="10801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Tailor Your ATS Resume: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Customize your resume keywords specifically for the entry-level job description of your target stream.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843212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243262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643312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271962"/>
            <a:ext cx="17145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0346" y="466725"/>
            <a:ext cx="11317664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Roadmap Success Checklist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1724025"/>
            <a:ext cx="1110615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2925" y="2667000"/>
            <a:ext cx="111061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2925" y="3438525"/>
            <a:ext cx="111061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2925" y="4210050"/>
            <a:ext cx="111061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2657475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2657475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2925" y="3429000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3429000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2925" y="4200525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2925" y="4200525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2925" y="4972050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2925" y="4972050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95262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38300" y="1866900"/>
            <a:ext cx="100107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https://img.magnific.com/premium-photo/software-developer-coding-laptop-tablet-modern-workspace-closeup-programming-workflow-software-engineering-debugging-source-code-multidevice-application-development_528263-8956.jpg?semt=ais_hybrid&amp;w=740&amp;q=80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8300" y="2286000"/>
            <a:ext cx="10010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80987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38300" y="2817018"/>
            <a:ext cx="10010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https://as2.ftcdn.net/v2/jpg/06/25/14/97/1000_F_625149768_2zbgagLKFFei6juPNQyLsViwXbjuUaP3.jpg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8300" y="3050381"/>
            <a:ext cx="10010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www.posters.cz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358140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38300" y="3588543"/>
            <a:ext cx="10010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https://png.pngtree.com/png-clipart/20250508/original/pngtree-cloud-computing-server-digital-data-storage-and-network-infrastructure-png-image_20945994.png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8300" y="3821906"/>
            <a:ext cx="10010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4352925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38300" y="4360068"/>
            <a:ext cx="10010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https://www.smartsheet.com/sites/default/files/2024-09/IC-Swimlane-Agile-Workflow-Diagram-Example-and-Template-12203.png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38300" y="4593431"/>
            <a:ext cx="10010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www.smartsheet.com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5124450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38300" y="5131593"/>
            <a:ext cx="10010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https://images.presentationgo.com/2025/05/cybersecurity-hacker-darkroom.jpg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38300" y="5364956"/>
            <a:ext cx="10010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www.presentationgo.com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925" y="466725"/>
            <a:ext cx="1164907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1038</Words>
  <Application>Microsoft Office PowerPoint</Application>
  <PresentationFormat>Widescreen</PresentationFormat>
  <Paragraphs>94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Inter</vt:lpstr>
      <vt:lpstr>Inter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Venkata Surya Sreenadh Ganti</cp:lastModifiedBy>
  <cp:revision>2</cp:revision>
  <dcterms:created xsi:type="dcterms:W3CDTF">2013-01-27T09:14:16Z</dcterms:created>
  <dcterms:modified xsi:type="dcterms:W3CDTF">2026-09-05T00:16:42Z</dcterms:modified>
  <cp:category/>
</cp:coreProperties>
</file>